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04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DriftGuard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Concept-Drift-Aware Unsupervised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System Logs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8138160" cy="9144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 Research Internship  ·  Supervised by Prof. Yinning Zhang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github.com/Asandhu11/</a:t>
            </a:r>
            <a:r>
              <a:rPr lang="en-US" sz="1200" dirty="0" err="1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driftguard</a:t>
            </a:r>
            <a:endParaRPr lang="en-US" sz="1200" dirty="0">
              <a:solidFill>
                <a:srgbClr val="00C9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By:- Amninder Sandhu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 works — until the system changes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920240" cy="2286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211M+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lines per day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(Thunderbird cluster)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1920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42032" y="1325880"/>
            <a:ext cx="1920240" cy="2286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impossible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scale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62272" y="1920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72584" y="1325880"/>
            <a:ext cx="1920240" cy="2286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2584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2824" y="1920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03136" y="1325880"/>
            <a:ext cx="1920240" cy="2286000"/>
          </a:xfrm>
          <a:prstGeom prst="rect">
            <a:avLst/>
          </a:prstGeom>
          <a:solidFill>
            <a:srgbClr val="2A1A2A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3136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But…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03136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evolve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models go stale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794760"/>
            <a:ext cx="8321040" cy="822960"/>
          </a:xfrm>
          <a:prstGeom prst="rect">
            <a:avLst/>
          </a:prstGeom>
          <a:solidFill>
            <a:srgbClr val="12243A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85876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drift: the log distribution shifts over time, but the model was trained on old data.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rise. Real attacks get missed. No one notices until damage is done.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DriftGuard: a three-stage label-free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33472" cy="3429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35915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distribution shifted?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2267712" cy="9144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on autoencoder latent embeddings vs. reference window. Threshold set by permutation test — no labels needed.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44952" y="26517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64408" y="1234440"/>
            <a:ext cx="2633472" cy="3429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132588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64408" y="1965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64408" y="235915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model to new normal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47288" y="2743200"/>
            <a:ext cx="2267712" cy="9144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28346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low-reconstruction-error windows from drift region + replay buffer. Only when anomaly density is low.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97880" y="26517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17336" y="1234440"/>
            <a:ext cx="2633472" cy="3429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17336" y="132588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17336" y="1965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17336" y="235915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or attack?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0216" y="2743200"/>
            <a:ext cx="2267712" cy="9144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54496" y="28346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entropy + MMD slope classify each high-MMD window. Different signal per failure mode — no threshold tuning.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labels required at any stage — including threshold calibration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— three different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33472" cy="356616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33472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(no drift)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240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11M lines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47 templates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2.9% sessions anomalous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zero drift alarms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234440"/>
            <a:ext cx="2633472" cy="356616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4408" y="1234440"/>
            <a:ext cx="2633472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1371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64408" y="18288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experiment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4.7M lines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2900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396 templates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2900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8.66% test windows anomalous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290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Time-ordered, 7 months of supercomputer logs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1234440"/>
            <a:ext cx="2633472" cy="356616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1234440"/>
            <a:ext cx="2633472" cy="5486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17336" y="1371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17336" y="18288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2240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20M lines (subset)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81928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1,753 templates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81928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65.44% test windows anomalous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81928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cluster, zero parameter changes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from LogHub · zenodo.org/records/8196385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logs to numeric features in two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931920" cy="35204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Log Parsing (Drain3)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 line: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3566160" cy="457200"/>
          </a:xfrm>
          <a:prstGeom prst="rect">
            <a:avLst/>
          </a:prstGeom>
          <a:solidFill>
            <a:srgbClr val="0A1520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482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postfix[10896]: unable to look 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public/pickup: No such 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Drain3 extracts template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3566160" cy="365760"/>
          </a:xfrm>
          <a:prstGeom prst="rect">
            <a:avLst/>
          </a:prstGeom>
          <a:solidFill>
            <a:srgbClr val="0A1520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8620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postfix[&lt;NUM&gt;]: unable to look up public/pickup: &lt;*&gt;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Thunderbird: 20M lines → 1,753 unique templates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BGL: 4.7M lines → 396 templates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822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sim_th = 0.4  ·  depth =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LogHub benchmark settings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2651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3977640" cy="35204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Count-Vector Windows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100 consecutive lines → one window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times each template appears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50408" y="2377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8776" y="2377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67144" y="2377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25512" y="2377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2377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T1753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6883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50408" y="26883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08776" y="26883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67144" y="26883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25512" y="26883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26883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0408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08776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67144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25512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3880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3101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50408" y="33101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33101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67144" y="33101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25512" y="33101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3880" y="33101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36576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80/20 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first 80% (normal only)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last 20%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4251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Thunderbird: 113,966 train  ·  39,935 test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trained on normal logs only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" cy="109728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822960" cy="14630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6002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64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1371600"/>
            <a:ext cx="822960" cy="1828800"/>
          </a:xfrm>
          <a:prstGeom prst="rect">
            <a:avLst/>
          </a:prstGeom>
          <a:solidFill>
            <a:srgbClr val="00C9FF"/>
          </a:solidFill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141732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16-dim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1554480"/>
            <a:ext cx="822960" cy="14630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6002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256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822960" cy="109728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0" y="17830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2004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normal windows only. Anomalies are flagged by high reconstruction error — the network cannot compress what it has never learned.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3931920" cy="10058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858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(8.66% anomalous test)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31720" y="38587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0.72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0.35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17720" y="3794760"/>
            <a:ext cx="3931920" cy="10058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858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(65% anomalous test)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38587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0.84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0.87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F1 is low due to class imbalance (8.66% anomalous) — AUC is the right metric there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drift detection with MMD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114800" cy="361188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Autoencoder compresses each log window to 16 dimensions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340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Reference window = last 500 training embeddings (known normal)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Threshold = 99th percentile of null MMD on training data (200 permutations)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Slide a 500-point detection window over test embeddings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877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If MMD² &gt; threshold for 3 consecutive windows → drift alarm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069080" cy="361188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3990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18745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3800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377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90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377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90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/ 395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alarm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28803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8803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300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Corr(MMD,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383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383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3383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931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fires zero alarms (drift-free control ✓)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BGL: gradual onset   Thunderbird: immediate (failure cascade)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61772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tracks true anomaly activity without labels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adaptation — and where it breaks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114800" cy="228600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heuristic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Score drift-region windows by reconstruction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Keep bottom 50% as pseudo-normals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Mix with replay buffer from original training 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Fine-tune autoencoder  (lr=1e-4, 10 epochs)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639312"/>
            <a:ext cx="4114800" cy="118872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37033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before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37033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0507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83080" y="40507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40507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398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83080" y="43982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17520" y="43982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1261872"/>
            <a:ext cx="4069080" cy="356616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3990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degrades on both datasets.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the same: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00600" y="2423160"/>
            <a:ext cx="3749040" cy="960120"/>
          </a:xfrm>
          <a:prstGeom prst="rect">
            <a:avLst/>
          </a:prstGeom>
          <a:solidFill>
            <a:srgbClr val="2A1A1A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24871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drift region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anomalous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4871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anomalous windows have 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contaminate pseudo-normals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520440"/>
            <a:ext cx="3749040" cy="960120"/>
          </a:xfrm>
          <a:prstGeom prst="rect">
            <a:avLst/>
          </a:prstGeom>
          <a:solidFill>
            <a:srgbClr val="2A1A1A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5844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 drift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anomalous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58444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"Bottom 50%" is mostly attacks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learns to reconstruct them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5720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rule: activate Stage 2 only when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region anomaly density &lt; ~10%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vs. attack: the entropy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3840480" cy="12344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slope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drift = slow MMD rise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attack = sharp MMD spike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261872"/>
            <a:ext cx="3840480" cy="1234440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entropy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spread-out is template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within this window?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entropy sign depends on failure mode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090672"/>
            <a:ext cx="3931920" cy="1901952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090672"/>
            <a:ext cx="393192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317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+0.816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→ anomaly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cascade across many subsystems → many different error templates → broad distribution → high entropy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3090672"/>
            <a:ext cx="3931920" cy="1901952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3090672"/>
            <a:ext cx="3931920" cy="4572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−0.767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→ anomaly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dominated by a few repeating messages (FATAL state, ib_mad_dispatch) → narrow distribution → low entropy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689234" y="4907441"/>
            <a:ext cx="8321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sign, same principle: entropy reliably tracks anomaly activity across both failure modes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BGL vs. Thunderbird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35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03320" y="1435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435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9656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837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AUC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03320" y="1837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1837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0.3539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0.8684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24328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42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alarms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03320" y="2642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90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0" y="2642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/ 395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044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onset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3320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(idx 300)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26480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(idx 0)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Corr(MMD, anomaly)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03320" y="34472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26480" y="34472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+0.750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3831336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849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AUC after adaptation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03320" y="38496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 (↓)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26480" y="38496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 (↓)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4233672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Corr(entropy, anomaly)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70332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+0.816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2648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−0.767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4636008"/>
            <a:ext cx="320040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654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signal direction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703320" y="46542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anomaly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126480" y="46542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anomaly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parameter changes between datasets — the pipeline is architecture-agnostic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676656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57200" cy="67665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cross-dataset transfer works. DriftGuard achieves AUC 0.84 on Thunderbird trained only on BGL-style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048256"/>
            <a:ext cx="8321040" cy="676656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48256"/>
            <a:ext cx="457200" cy="6766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103120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control fires zero alarms, confirming the threshold calibration does not hallucinate drift on stable systems.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798064"/>
            <a:ext cx="8321040" cy="676656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798064"/>
            <a:ext cx="457200" cy="6766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8163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852928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on latent embeddings tracks true anomaly rates without labels: Corr +0.31 (BGL) and +0.75 (Thunderbird).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547872"/>
            <a:ext cx="8321040" cy="676656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547872"/>
            <a:ext cx="457200" cy="676656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602736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adaptation degrades on both datasets when drift-region anomaly density is too high. Defines an operational boundary: activate only when density &lt; ~10%.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8321040" cy="676656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4297680"/>
            <a:ext cx="457200" cy="6766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315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352544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entropy is a reliable Stage 3 feature across failure modes — but the sign flips (broadcast-divergent vs. repetitive-convergent failures).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8321040" cy="713232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heuristic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at high anomaly density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218541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Anomaly-density estimator as Stage 2 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916936"/>
            <a:ext cx="8321040" cy="713232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98094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sign must be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per system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98094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calibration period on deployment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712464"/>
            <a:ext cx="8321040" cy="713232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7764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Thunderbird subset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the full 211M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37764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Full-dataset validation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4489704"/>
            <a:ext cx="8321040" cy="713232"/>
          </a:xfrm>
          <a:prstGeom prst="rect">
            <a:avLst/>
          </a:prstGeom>
          <a:solidFill>
            <a:srgbClr val="1B2D45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57200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streaming evaluation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batch only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MMD with sliding reference update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1187</Words>
  <Application>Microsoft Office PowerPoint</Application>
  <PresentationFormat>On-screen Show (16:9)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Amninder Sandhu</cp:lastModifiedBy>
  <cp:revision>2</cp:revision>
  <dcterms:created xsi:type="dcterms:W3CDTF">2026-07-24T02:32:17Z</dcterms:created>
  <dcterms:modified xsi:type="dcterms:W3CDTF">2026-07-24T02:39:42Z</dcterms:modified>
</cp:coreProperties>
</file>